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CPbSLKpCc7e8Llo0ApIcOVC/f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-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b6ec47d52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b6ec47d52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3b6ec47d52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b6ec47d52_0_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b6ec47d5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3b6ec47d5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irma@its.ac.id" TargetMode="External"/><Relationship Id="rId4" Type="http://schemas.openxmlformats.org/officeDocument/2006/relationships/hyperlink" Target="https://github.com/womenwhocode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lab.research.google.com/drive/11SDPBX1o_B4vqV6PaZdwdKpmwP2QIMBH#scrollTo=2HpfF1MoMtuQ" TargetMode="External"/><Relationship Id="rId4" Type="http://schemas.openxmlformats.org/officeDocument/2006/relationships/hyperlink" Target="https://github.com/dwayne99/NLP-Basics/blob/master/POS%20Tagger%20/POS_tagger.ipynb" TargetMode="External"/><Relationship Id="rId5" Type="http://schemas.openxmlformats.org/officeDocument/2006/relationships/hyperlink" Target="https://github.com/dwayne99/NLP-Basics/tree/master" TargetMode="External"/><Relationship Id="rId6" Type="http://schemas.openxmlformats.org/officeDocument/2006/relationships/hyperlink" Target="https://github.com/dwayne99/NLP-Basics/blob/master/Multiclass%20classification%20of%20news/news_classifier.ipyn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edium.com/data-science-in-your-pocket/named-entity-recognition-ner-using-conditional-random-fields-in-nlp-3660df22e95c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966216" y="117157"/>
            <a:ext cx="6400800" cy="319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id-ID" sz="4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id-ID" sz="40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PBA/ </a:t>
            </a:r>
            <a:r>
              <a:rPr b="0" i="0" lang="id-ID" sz="4000" u="sng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irma@its.ac.id</a:t>
            </a:r>
            <a:endParaRPr b="0" i="0" sz="4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0" i="0" sz="40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id-ID" sz="4000"/>
              <a:t>POS &amp; NER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id-ID" sz="1700"/>
              <a:t>(Deep Dive/ Woman Who Code)</a:t>
            </a:r>
            <a:br>
              <a:rPr lang="id-ID" sz="1700"/>
            </a:br>
            <a:r>
              <a:rPr lang="id-ID" sz="1700" u="sng">
                <a:solidFill>
                  <a:schemeClr val="hlink"/>
                </a:solidFill>
                <a:hlinkClick r:id="rId4"/>
              </a:rPr>
              <a:t>https://github.com/womenwhocode</a:t>
            </a:r>
            <a:r>
              <a:rPr lang="id-ID" sz="1700"/>
              <a:t> </a:t>
            </a:r>
            <a:endParaRPr sz="1700"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216" y="3546157"/>
            <a:ext cx="70104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b6ec47d52_0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Week 5- GColab </a:t>
            </a:r>
            <a:endParaRPr/>
          </a:p>
        </p:txBody>
      </p:sp>
      <p:sp>
        <p:nvSpPr>
          <p:cNvPr id="96" name="Google Shape;96;g33b6ec47d52_0_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/>
              <a:t>PBA/ bu IH - Data scrapping article x POSTag sederhana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 u="sng">
                <a:solidFill>
                  <a:schemeClr val="hlink"/>
                </a:solidFill>
                <a:hlinkClick r:id="rId3"/>
              </a:rPr>
              <a:t>https://colab.research.google.com/drive/11SDPBX1o_B4vqV6PaZdwdKpmwP2QIMBH#scrollTo=2HpfF1MoMtuQ</a:t>
            </a:r>
            <a:r>
              <a:rPr lang="id-ID"/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/>
              <a:t>NLP Basics - POSTag </a:t>
            </a:r>
            <a:r>
              <a:rPr lang="id-ID" u="sng">
                <a:solidFill>
                  <a:schemeClr val="hlink"/>
                </a:solidFill>
                <a:hlinkClick r:id="rId4"/>
              </a:rPr>
              <a:t>https://github.com/dwayne99/NLP-Basics/blob/master/POS%20Tagger%20/POS_tagger.ipynb</a:t>
            </a:r>
            <a:r>
              <a:rPr lang="id-ID"/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/>
              <a:t>from </a:t>
            </a:r>
            <a:r>
              <a:rPr lang="id-ID" u="sng">
                <a:solidFill>
                  <a:schemeClr val="hlink"/>
                </a:solidFill>
                <a:hlinkClick r:id="rId5"/>
              </a:rPr>
              <a:t>https://github.com/dwayne99/NLP-Basics/tree/master</a:t>
            </a:r>
            <a:r>
              <a:rPr lang="id-ID"/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/>
              <a:t>News Classifier BBC (next week)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 u="sng">
                <a:solidFill>
                  <a:schemeClr val="hlink"/>
                </a:solidFill>
                <a:hlinkClick r:id="rId6"/>
              </a:rPr>
              <a:t>https://github.com/dwayne99/NLP-Basics/blob/master/Multiclass%20classification%20of%20news/news_classifier.ipynb</a:t>
            </a:r>
            <a:r>
              <a:rPr lang="id-ID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Feature Engineering?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needs numbers, not raw text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Engineering = converting text into usable format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techniques: Bag of Words, TF-IDF, Word Embeddings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vs Semantics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= Grammar (how words are arranged)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Semantics = Meaning (what the sentence conveys)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"Colorless green ideas sleep furiously" (good syntax, weird meaning)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POS Tagging?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 = Part of Speech (Noun, Verb, Adjective, etc.)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Tags each word based on its role in a sentence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for: Translation, Speech synthesis, Text mining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 Tagging Example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Sentence: "The quick brown fox jumps."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Tags: [The/DT, quick/JJ, brown/JJ, fox/NN, jumps/VBZ]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NLTK, spaCy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 Tagging Methods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Rule-based (manual rules)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Probabilistic (e.g., Hidden Markov Models)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ML-based (learns from tagged data)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Markov Models (HMM)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probabilistic POS tagging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States = POS Tags, Observations = Words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transitions between tags and emission of words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 Tagging Challenges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 ambiguity: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"Can" = verb (I can swim) vs noun (a soda can)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helps determine the right tag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Chunking?</a:t>
            </a:r>
            <a:endParaRPr/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called Shallow Parsing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Groups related words together (e.g., Noun Phrases)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"[The little yellow dog] [barked] [at the cat]"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Named Entity Recognition (NER)?</a:t>
            </a:r>
            <a:endParaRPr/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specific *real-world* entities: names, places, dates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"Barack Obama was born in Hawaii" → [Person], [Location]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b6ec47d52_0_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Read:</a:t>
            </a:r>
            <a:endParaRPr/>
          </a:p>
        </p:txBody>
      </p:sp>
      <p:sp>
        <p:nvSpPr>
          <p:cNvPr id="158" name="Google Shape;158;g33b6ec47d52_0_13"/>
          <p:cNvSpPr txBox="1"/>
          <p:nvPr>
            <p:ph idx="1" type="body"/>
          </p:nvPr>
        </p:nvSpPr>
        <p:spPr>
          <a:xfrm>
            <a:off x="457200" y="3550150"/>
            <a:ext cx="8229600" cy="257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d-ID" u="sng">
                <a:solidFill>
                  <a:schemeClr val="hlink"/>
                </a:solidFill>
                <a:hlinkClick r:id="rId3"/>
              </a:rPr>
              <a:t>https://medium.com/data-science-in-your-pocket/named-entity-recognition-ner-using-conditional-random-fields-in-nlp-3660df22e95c</a:t>
            </a:r>
            <a:r>
              <a:rPr lang="id-ID"/>
              <a:t> </a:t>
            </a:r>
            <a:endParaRPr/>
          </a:p>
        </p:txBody>
      </p:sp>
      <p:pic>
        <p:nvPicPr>
          <p:cNvPr id="159" name="Google Shape;159;g33b6ec47d52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225" y="1600200"/>
            <a:ext cx="6763050" cy="16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 Steps</a:t>
            </a:r>
            <a:endParaRPr/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Detect an entity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Extract the phrase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Categorize (Person, Location, etc.)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 Methods</a:t>
            </a:r>
            <a:endParaRPr/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Lexicon-based: lookup dictionaries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Rule-based: handcrafted patterns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Learning: learns from annotated data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N-Grams (Bonus)</a:t>
            </a:r>
            <a:endParaRPr/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N-Gram = sequence of N words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Bi-gram of "I love NLP" → ["I love", "love NLP"]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text prediction and language models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 Tagging = Labeling words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 = Extracting named entities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are essential for understanding text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to Try</a:t>
            </a:r>
            <a:endParaRPr/>
          </a:p>
        </p:txBody>
      </p:sp>
      <p:sp>
        <p:nvSpPr>
          <p:cNvPr id="189" name="Google Shape;18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/>
              <a:t>Try NLTK or spaCy in Google Colab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/>
              <a:t>Practice tagging sentences and finding entities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d-ID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/>
          </a:p>
        </p:txBody>
      </p:sp>
      <p:sp>
        <p:nvSpPr>
          <p:cNvPr id="195" name="Google Shape;19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Luis Serrano HMM Video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FreeCodeCamp: POS &amp; HMM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AnalyticsVidhya: Dependency Trees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d-ID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TowardsDataScience: N-Grams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